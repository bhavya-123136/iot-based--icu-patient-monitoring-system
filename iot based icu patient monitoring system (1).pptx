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0" r:id="rId3"/>
    <p:sldId id="261" r:id="rId4"/>
    <p:sldId id="262" r:id="rId5"/>
    <p:sldId id="263" r:id="rId6"/>
    <p:sldId id="264" r:id="rId7"/>
    <p:sldId id="265" r:id="rId8"/>
    <p:sldId id="270" r:id="rId9"/>
    <p:sldId id="271"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169C4-2B0C-4D78-88F2-138A4C22DF6D}" type="datetimeFigureOut">
              <a:rPr lang="en-IN" smtClean="0"/>
              <a:t>07-02-2026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7D87CF-9E1A-4611-B5D1-F4FF7ABB6509}" type="slidenum">
              <a:rPr lang="en-IN" smtClean="0"/>
              <a:t>‹#›</a:t>
            </a:fld>
            <a:endParaRPr lang="en-IN"/>
          </a:p>
        </p:txBody>
      </p:sp>
    </p:spTree>
    <p:extLst>
      <p:ext uri="{BB962C8B-B14F-4D97-AF65-F5344CB8AC3E}">
        <p14:creationId xmlns:p14="http://schemas.microsoft.com/office/powerpoint/2010/main" val="1761219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3DE13-EFE1-3C9E-0522-B44048B5BA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F68B79E-4459-BED7-C0AB-E396010248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44084ED-20D2-6902-7AE2-EE838785C0FF}"/>
              </a:ext>
            </a:extLst>
          </p:cNvPr>
          <p:cNvSpPr>
            <a:spLocks noGrp="1"/>
          </p:cNvSpPr>
          <p:nvPr>
            <p:ph type="dt" sz="half" idx="10"/>
          </p:nvPr>
        </p:nvSpPr>
        <p:spPr/>
        <p:txBody>
          <a:bodyPr/>
          <a:lstStyle/>
          <a:p>
            <a:fld id="{EBABB92F-90B2-4D7E-9BE9-5F3D42691AF5}" type="datetime1">
              <a:rPr lang="en-IN" smtClean="0"/>
              <a:t>07-02-2026</a:t>
            </a:fld>
            <a:endParaRPr lang="en-IN"/>
          </a:p>
        </p:txBody>
      </p:sp>
      <p:sp>
        <p:nvSpPr>
          <p:cNvPr id="5" name="Footer Placeholder 4">
            <a:extLst>
              <a:ext uri="{FF2B5EF4-FFF2-40B4-BE49-F238E27FC236}">
                <a16:creationId xmlns:a16="http://schemas.microsoft.com/office/drawing/2014/main" id="{C5090874-0E57-F0D4-3A4C-53CC64ADC9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3CFAA1-0613-96D3-83B2-B01A68996D45}"/>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3178025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CD36A-0E91-1DBC-46EA-0CA5516ACF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923130-3554-CBEB-725C-10105CFE2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A9964C-5A1E-5818-55AC-A9DAA6F138C3}"/>
              </a:ext>
            </a:extLst>
          </p:cNvPr>
          <p:cNvSpPr>
            <a:spLocks noGrp="1"/>
          </p:cNvSpPr>
          <p:nvPr>
            <p:ph type="dt" sz="half" idx="10"/>
          </p:nvPr>
        </p:nvSpPr>
        <p:spPr/>
        <p:txBody>
          <a:bodyPr/>
          <a:lstStyle/>
          <a:p>
            <a:fld id="{AA756E84-2239-4073-BFF1-93B2E5A3C486}" type="datetime1">
              <a:rPr lang="en-IN" smtClean="0"/>
              <a:t>07-02-2026</a:t>
            </a:fld>
            <a:endParaRPr lang="en-IN"/>
          </a:p>
        </p:txBody>
      </p:sp>
      <p:sp>
        <p:nvSpPr>
          <p:cNvPr id="5" name="Footer Placeholder 4">
            <a:extLst>
              <a:ext uri="{FF2B5EF4-FFF2-40B4-BE49-F238E27FC236}">
                <a16:creationId xmlns:a16="http://schemas.microsoft.com/office/drawing/2014/main" id="{68F55124-468B-E2EC-AB1F-320BE0473F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3558D1-C293-B095-0D9C-201C437DF957}"/>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2263819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1E59B-50E1-DF8F-315F-A5CA7570CE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0BB442-16FD-59F5-68D0-5E30FD85EE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7F660D-B953-F0BC-CBAE-8FE0CF3F710E}"/>
              </a:ext>
            </a:extLst>
          </p:cNvPr>
          <p:cNvSpPr>
            <a:spLocks noGrp="1"/>
          </p:cNvSpPr>
          <p:nvPr>
            <p:ph type="dt" sz="half" idx="10"/>
          </p:nvPr>
        </p:nvSpPr>
        <p:spPr/>
        <p:txBody>
          <a:bodyPr/>
          <a:lstStyle/>
          <a:p>
            <a:fld id="{1C7ADDF0-EBB6-4383-B470-63D5F504518F}" type="datetime1">
              <a:rPr lang="en-IN" smtClean="0"/>
              <a:t>07-02-2026</a:t>
            </a:fld>
            <a:endParaRPr lang="en-IN"/>
          </a:p>
        </p:txBody>
      </p:sp>
      <p:sp>
        <p:nvSpPr>
          <p:cNvPr id="5" name="Footer Placeholder 4">
            <a:extLst>
              <a:ext uri="{FF2B5EF4-FFF2-40B4-BE49-F238E27FC236}">
                <a16:creationId xmlns:a16="http://schemas.microsoft.com/office/drawing/2014/main" id="{9B2129AA-8564-3227-DA62-12639FD8F1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86E00D-B52E-DCAA-B56F-6FA1B000A0CC}"/>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1964193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AA363-E022-A76F-EABB-523973FAD1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1352E5-32CC-7AD8-1822-863CB920D7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98AEC5F-7FBF-804B-BEF2-F7556435C6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D78AC2A-AB97-7375-69B6-283B0F925FA4}"/>
              </a:ext>
            </a:extLst>
          </p:cNvPr>
          <p:cNvSpPr>
            <a:spLocks noGrp="1"/>
          </p:cNvSpPr>
          <p:nvPr>
            <p:ph type="dt" sz="half" idx="10"/>
          </p:nvPr>
        </p:nvSpPr>
        <p:spPr/>
        <p:txBody>
          <a:bodyPr/>
          <a:lstStyle/>
          <a:p>
            <a:fld id="{3EE3342A-FB96-4E52-B0C9-6F38EDD19343}" type="datetime1">
              <a:rPr lang="en-IN" smtClean="0"/>
              <a:t>07-02-2026</a:t>
            </a:fld>
            <a:endParaRPr lang="en-IN"/>
          </a:p>
        </p:txBody>
      </p:sp>
      <p:sp>
        <p:nvSpPr>
          <p:cNvPr id="6" name="Footer Placeholder 5">
            <a:extLst>
              <a:ext uri="{FF2B5EF4-FFF2-40B4-BE49-F238E27FC236}">
                <a16:creationId xmlns:a16="http://schemas.microsoft.com/office/drawing/2014/main" id="{1CD33069-5792-5B32-D9DA-F99E1446B6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2201F8-B7AA-78A1-CB6E-9527389C688B}"/>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2400116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5E1DE-A1B3-B94A-EA77-08764C63B97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10259C-EAA8-DB37-5811-ABF2971847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57296B-6364-A1F3-9013-EAC4686ABB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3D6CCA2-E053-BEFB-8A41-8AAFB8F410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E3680C-9574-B94A-4981-5F94F817AD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11B9643-9B32-45D7-0736-DE4E527554CB}"/>
              </a:ext>
            </a:extLst>
          </p:cNvPr>
          <p:cNvSpPr>
            <a:spLocks noGrp="1"/>
          </p:cNvSpPr>
          <p:nvPr>
            <p:ph type="dt" sz="half" idx="10"/>
          </p:nvPr>
        </p:nvSpPr>
        <p:spPr/>
        <p:txBody>
          <a:bodyPr/>
          <a:lstStyle/>
          <a:p>
            <a:fld id="{AC34B63E-B69F-46FD-B474-D07C5E14CF74}" type="datetime1">
              <a:rPr lang="en-IN" smtClean="0"/>
              <a:t>07-02-2026</a:t>
            </a:fld>
            <a:endParaRPr lang="en-IN"/>
          </a:p>
        </p:txBody>
      </p:sp>
      <p:sp>
        <p:nvSpPr>
          <p:cNvPr id="8" name="Footer Placeholder 7">
            <a:extLst>
              <a:ext uri="{FF2B5EF4-FFF2-40B4-BE49-F238E27FC236}">
                <a16:creationId xmlns:a16="http://schemas.microsoft.com/office/drawing/2014/main" id="{70CBA334-8AE1-0491-B589-3395755459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5D7395A-A834-6EDB-F642-16F8E65B8118}"/>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1291719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A7477-8AF2-FB23-49FA-7E2793FD100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0434ADE-5442-3B63-0A55-67481033A631}"/>
              </a:ext>
            </a:extLst>
          </p:cNvPr>
          <p:cNvSpPr>
            <a:spLocks noGrp="1"/>
          </p:cNvSpPr>
          <p:nvPr>
            <p:ph type="dt" sz="half" idx="10"/>
          </p:nvPr>
        </p:nvSpPr>
        <p:spPr/>
        <p:txBody>
          <a:bodyPr/>
          <a:lstStyle/>
          <a:p>
            <a:fld id="{364EA8D2-B5C0-4C14-B50D-500AB3B87D8D}" type="datetime1">
              <a:rPr lang="en-IN" smtClean="0"/>
              <a:t>07-02-2026</a:t>
            </a:fld>
            <a:endParaRPr lang="en-IN"/>
          </a:p>
        </p:txBody>
      </p:sp>
      <p:sp>
        <p:nvSpPr>
          <p:cNvPr id="4" name="Footer Placeholder 3">
            <a:extLst>
              <a:ext uri="{FF2B5EF4-FFF2-40B4-BE49-F238E27FC236}">
                <a16:creationId xmlns:a16="http://schemas.microsoft.com/office/drawing/2014/main" id="{0F112795-06DE-FD4B-B9DB-290EA28BCD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9E2514F-DC10-3E0C-799A-C3A850ACA273}"/>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3405160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35397E-2725-81FA-BB12-04197ED1DC1B}"/>
              </a:ext>
            </a:extLst>
          </p:cNvPr>
          <p:cNvSpPr>
            <a:spLocks noGrp="1"/>
          </p:cNvSpPr>
          <p:nvPr>
            <p:ph type="dt" sz="half" idx="10"/>
          </p:nvPr>
        </p:nvSpPr>
        <p:spPr/>
        <p:txBody>
          <a:bodyPr/>
          <a:lstStyle/>
          <a:p>
            <a:fld id="{0197CF2D-3FBA-4B8B-A33A-8DCDCA9A8F2E}" type="datetime1">
              <a:rPr lang="en-IN" smtClean="0"/>
              <a:t>07-02-2026</a:t>
            </a:fld>
            <a:endParaRPr lang="en-IN"/>
          </a:p>
        </p:txBody>
      </p:sp>
      <p:sp>
        <p:nvSpPr>
          <p:cNvPr id="3" name="Footer Placeholder 2">
            <a:extLst>
              <a:ext uri="{FF2B5EF4-FFF2-40B4-BE49-F238E27FC236}">
                <a16:creationId xmlns:a16="http://schemas.microsoft.com/office/drawing/2014/main" id="{C8B6A352-E79C-8AFD-E375-924769E801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FAC03D8-E9A2-19D5-1528-A0002EF5845D}"/>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1583751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36526-AC71-35DA-2877-644303BC4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C36A76E-54A7-5871-96B0-4F972D6DA4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C1665A0-1C25-84ED-7FF3-4F17CAB71C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70F973-825F-BC92-5A1C-539FA6A58D56}"/>
              </a:ext>
            </a:extLst>
          </p:cNvPr>
          <p:cNvSpPr>
            <a:spLocks noGrp="1"/>
          </p:cNvSpPr>
          <p:nvPr>
            <p:ph type="dt" sz="half" idx="10"/>
          </p:nvPr>
        </p:nvSpPr>
        <p:spPr/>
        <p:txBody>
          <a:bodyPr/>
          <a:lstStyle/>
          <a:p>
            <a:fld id="{DCA7D316-C503-4039-AEDA-3FB83044809D}" type="datetime1">
              <a:rPr lang="en-IN" smtClean="0"/>
              <a:t>07-02-2026</a:t>
            </a:fld>
            <a:endParaRPr lang="en-IN"/>
          </a:p>
        </p:txBody>
      </p:sp>
      <p:sp>
        <p:nvSpPr>
          <p:cNvPr id="6" name="Footer Placeholder 5">
            <a:extLst>
              <a:ext uri="{FF2B5EF4-FFF2-40B4-BE49-F238E27FC236}">
                <a16:creationId xmlns:a16="http://schemas.microsoft.com/office/drawing/2014/main" id="{4F507779-8DF5-78B7-4C61-81F65767F3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63349F-D9AF-FFDC-7623-AF41B7A82EF5}"/>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1000240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CB491-1B52-5C17-9AC2-4DD3CF8B63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06E8350-57BF-1A92-E712-5B631AF0E6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26D51CA-F33C-9ABA-45A3-E8211076FE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A638A9-17E7-8FE2-5F67-F947BFAB217D}"/>
              </a:ext>
            </a:extLst>
          </p:cNvPr>
          <p:cNvSpPr>
            <a:spLocks noGrp="1"/>
          </p:cNvSpPr>
          <p:nvPr>
            <p:ph type="dt" sz="half" idx="10"/>
          </p:nvPr>
        </p:nvSpPr>
        <p:spPr/>
        <p:txBody>
          <a:bodyPr/>
          <a:lstStyle/>
          <a:p>
            <a:fld id="{1411DD3E-56A8-485C-85B7-6744D2129D23}" type="datetime1">
              <a:rPr lang="en-IN" smtClean="0"/>
              <a:t>07-02-2026</a:t>
            </a:fld>
            <a:endParaRPr lang="en-IN"/>
          </a:p>
        </p:txBody>
      </p:sp>
      <p:sp>
        <p:nvSpPr>
          <p:cNvPr id="6" name="Footer Placeholder 5">
            <a:extLst>
              <a:ext uri="{FF2B5EF4-FFF2-40B4-BE49-F238E27FC236}">
                <a16:creationId xmlns:a16="http://schemas.microsoft.com/office/drawing/2014/main" id="{1E7226AF-C7E6-D6F2-5F03-F9D573CB74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D57928-22FA-9768-37EA-61D73F46A826}"/>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3477718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5D381-C8D4-B2B3-B595-8C9E6C31D5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E4F32A-121F-EBA1-15E6-D67056E49A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02999F-ABA4-056C-9A4B-C8C503B6B844}"/>
              </a:ext>
            </a:extLst>
          </p:cNvPr>
          <p:cNvSpPr>
            <a:spLocks noGrp="1"/>
          </p:cNvSpPr>
          <p:nvPr>
            <p:ph type="dt" sz="half" idx="10"/>
          </p:nvPr>
        </p:nvSpPr>
        <p:spPr/>
        <p:txBody>
          <a:bodyPr/>
          <a:lstStyle/>
          <a:p>
            <a:fld id="{4F9CBC09-C3DB-4ECC-955F-63A7427BA980}" type="datetime1">
              <a:rPr lang="en-IN" smtClean="0"/>
              <a:t>07-02-2026</a:t>
            </a:fld>
            <a:endParaRPr lang="en-IN"/>
          </a:p>
        </p:txBody>
      </p:sp>
      <p:sp>
        <p:nvSpPr>
          <p:cNvPr id="5" name="Footer Placeholder 4">
            <a:extLst>
              <a:ext uri="{FF2B5EF4-FFF2-40B4-BE49-F238E27FC236}">
                <a16:creationId xmlns:a16="http://schemas.microsoft.com/office/drawing/2014/main" id="{C92025C6-6B27-EF3D-7F21-58F96B19DE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22BCAC-E5A1-0374-304D-BE30988F75BF}"/>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390205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5D29C2-95D3-84CC-7B1A-72BA1C95A0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DA7BAD-948C-ED6D-024F-04CADB6ACF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82F5E3-C861-054A-DCBF-8D1437F0A5F6}"/>
              </a:ext>
            </a:extLst>
          </p:cNvPr>
          <p:cNvSpPr>
            <a:spLocks noGrp="1"/>
          </p:cNvSpPr>
          <p:nvPr>
            <p:ph type="dt" sz="half" idx="10"/>
          </p:nvPr>
        </p:nvSpPr>
        <p:spPr/>
        <p:txBody>
          <a:bodyPr/>
          <a:lstStyle/>
          <a:p>
            <a:fld id="{7F4E4EC2-F8D3-4FA1-B8CB-50BEA0904752}" type="datetime1">
              <a:rPr lang="en-IN" smtClean="0"/>
              <a:t>07-02-2026</a:t>
            </a:fld>
            <a:endParaRPr lang="en-IN"/>
          </a:p>
        </p:txBody>
      </p:sp>
      <p:sp>
        <p:nvSpPr>
          <p:cNvPr id="5" name="Footer Placeholder 4">
            <a:extLst>
              <a:ext uri="{FF2B5EF4-FFF2-40B4-BE49-F238E27FC236}">
                <a16:creationId xmlns:a16="http://schemas.microsoft.com/office/drawing/2014/main" id="{29FFE2CE-C067-3121-5738-F393D0CC49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F24F54-CEF2-173B-37A4-686104FD7F4F}"/>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4240235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D4275F-87A7-3788-903B-D60B624A60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33795B-B250-259F-8B23-79DF463B95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8A88EF-89FB-20D8-5FDB-56053DED8F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BBA3FD-5E4D-435C-9EE5-DFAB8C57DB21}" type="datetime1">
              <a:rPr lang="en-IN" smtClean="0"/>
              <a:t>07-02-2026</a:t>
            </a:fld>
            <a:endParaRPr lang="en-IN"/>
          </a:p>
        </p:txBody>
      </p:sp>
      <p:sp>
        <p:nvSpPr>
          <p:cNvPr id="5" name="Footer Placeholder 4">
            <a:extLst>
              <a:ext uri="{FF2B5EF4-FFF2-40B4-BE49-F238E27FC236}">
                <a16:creationId xmlns:a16="http://schemas.microsoft.com/office/drawing/2014/main" id="{5ED74005-655D-2226-3FA6-5F0A3B532A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24D97A2-DD07-49CA-D7A6-AFB39E5C08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371DF9-27D1-4286-99A9-B07A2966053B}" type="slidenum">
              <a:rPr lang="en-IN" smtClean="0"/>
              <a:t>‹#›</a:t>
            </a:fld>
            <a:endParaRPr lang="en-IN"/>
          </a:p>
        </p:txBody>
      </p:sp>
    </p:spTree>
    <p:extLst>
      <p:ext uri="{BB962C8B-B14F-4D97-AF65-F5344CB8AC3E}">
        <p14:creationId xmlns:p14="http://schemas.microsoft.com/office/powerpoint/2010/main" val="9223322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661B46B-7977-7F32-45C1-EEEDCBFA7121}"/>
              </a:ext>
            </a:extLst>
          </p:cNvPr>
          <p:cNvSpPr txBox="1"/>
          <p:nvPr/>
        </p:nvSpPr>
        <p:spPr>
          <a:xfrm>
            <a:off x="1319916" y="975451"/>
            <a:ext cx="9384527" cy="461665"/>
          </a:xfrm>
          <a:prstGeom prst="rect">
            <a:avLst/>
          </a:prstGeom>
          <a:noFill/>
        </p:spPr>
        <p:txBody>
          <a:bodyPr wrap="square">
            <a:spAutoFit/>
          </a:bodyPr>
          <a:lstStyle/>
          <a:p>
            <a:pPr algn="ctr"/>
            <a:r>
              <a:rPr lang="en-IN" sz="2400" b="1" dirty="0">
                <a:solidFill>
                  <a:srgbClr val="002060"/>
                </a:solidFill>
                <a:latin typeface="Times New Roman" panose="02020603050405020304" pitchFamily="18" charset="0"/>
                <a:ea typeface="Calibri" panose="020F0502020204030204" pitchFamily="34" charset="0"/>
              </a:rPr>
              <a:t>IoT BASED ICU PATIENT MONITORING SYSTEM</a:t>
            </a:r>
            <a:endParaRPr lang="en-IN" sz="2400" dirty="0"/>
          </a:p>
        </p:txBody>
      </p:sp>
      <p:sp>
        <p:nvSpPr>
          <p:cNvPr id="9" name="TextBox 8">
            <a:extLst>
              <a:ext uri="{FF2B5EF4-FFF2-40B4-BE49-F238E27FC236}">
                <a16:creationId xmlns:a16="http://schemas.microsoft.com/office/drawing/2014/main" id="{FD6BF8C8-B22A-0495-73BB-29A565B1E752}"/>
              </a:ext>
            </a:extLst>
          </p:cNvPr>
          <p:cNvSpPr txBox="1"/>
          <p:nvPr/>
        </p:nvSpPr>
        <p:spPr>
          <a:xfrm>
            <a:off x="4302384" y="3246217"/>
            <a:ext cx="4502588" cy="1051570"/>
          </a:xfrm>
          <a:prstGeom prst="rect">
            <a:avLst/>
          </a:prstGeom>
          <a:noFill/>
        </p:spPr>
        <p:txBody>
          <a:bodyPr wrap="square" rtlCol="0">
            <a:spAutoFit/>
          </a:bodyPr>
          <a:lstStyle/>
          <a:p>
            <a:pPr algn="just">
              <a:spcBef>
                <a:spcPts val="463"/>
              </a:spcBef>
              <a:defRPr/>
            </a:pPr>
            <a:r>
              <a:rPr lang="en-US" b="1" dirty="0">
                <a:solidFill>
                  <a:srgbClr val="002060"/>
                </a:solidFill>
                <a:latin typeface="Times New Roman" panose="02020603050405020304" pitchFamily="18" charset="0"/>
                <a:cs typeface="Times New Roman" panose="02020603050405020304" pitchFamily="18" charset="0"/>
              </a:rPr>
              <a:t>Presented By</a:t>
            </a:r>
            <a:endParaRPr lang="en-US" dirty="0">
              <a:solidFill>
                <a:srgbClr val="002060"/>
              </a:solidFill>
              <a:latin typeface="Times New Roman" panose="02020603050405020304" pitchFamily="18" charset="0"/>
              <a:cs typeface="Times New Roman" panose="02020603050405020304" pitchFamily="18" charset="0"/>
            </a:endParaRPr>
          </a:p>
          <a:p>
            <a:pPr algn="just">
              <a:spcBef>
                <a:spcPts val="463"/>
              </a:spcBef>
              <a:defRPr/>
            </a:pPr>
            <a:r>
              <a:rPr lang="en-US" dirty="0">
                <a:solidFill>
                  <a:srgbClr val="002060"/>
                </a:solidFill>
                <a:latin typeface="Times New Roman" panose="02020603050405020304" pitchFamily="18" charset="0"/>
                <a:cs typeface="Times New Roman" panose="02020603050405020304" pitchFamily="18" charset="0"/>
              </a:rPr>
              <a:t>B. Bhavya Sai Chandrika-22B01A0208</a:t>
            </a:r>
          </a:p>
          <a:p>
            <a:pPr algn="just">
              <a:spcBef>
                <a:spcPts val="463"/>
              </a:spcBef>
              <a:defRPr/>
            </a:pP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Flowchart: Alternate Process 2">
            <a:extLst>
              <a:ext uri="{FF2B5EF4-FFF2-40B4-BE49-F238E27FC236}">
                <a16:creationId xmlns:a16="http://schemas.microsoft.com/office/drawing/2014/main" id="{1C015E95-BA33-BB42-8965-27A893BC858F}"/>
              </a:ext>
            </a:extLst>
          </p:cNvPr>
          <p:cNvSpPr/>
          <p:nvPr/>
        </p:nvSpPr>
        <p:spPr>
          <a:xfrm>
            <a:off x="9527224" y="299738"/>
            <a:ext cx="2354438" cy="613954"/>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latin typeface="Times New Roman" pitchFamily="18" charset="0"/>
                <a:cs typeface="Times New Roman" pitchFamily="18" charset="0"/>
              </a:rPr>
              <a:t> Hardware</a:t>
            </a:r>
          </a:p>
        </p:txBody>
      </p:sp>
      <p:sp>
        <p:nvSpPr>
          <p:cNvPr id="5" name="Date Placeholder 4">
            <a:extLst>
              <a:ext uri="{FF2B5EF4-FFF2-40B4-BE49-F238E27FC236}">
                <a16:creationId xmlns:a16="http://schemas.microsoft.com/office/drawing/2014/main" id="{EB040E33-AB11-48CD-B7ED-F2393A9442CE}"/>
              </a:ext>
            </a:extLst>
          </p:cNvPr>
          <p:cNvSpPr>
            <a:spLocks noGrp="1"/>
          </p:cNvSpPr>
          <p:nvPr>
            <p:ph type="dt" sz="half" idx="10"/>
          </p:nvPr>
        </p:nvSpPr>
        <p:spPr/>
        <p:txBody>
          <a:bodyPr/>
          <a:lstStyle/>
          <a:p>
            <a:fld id="{34E31C2B-5686-46CB-8621-B342F5A19D60}" type="datetime1">
              <a:rPr lang="en-IN" smtClean="0"/>
              <a:t>07-02-2026</a:t>
            </a:fld>
            <a:endParaRPr lang="en-IN"/>
          </a:p>
        </p:txBody>
      </p:sp>
      <p:sp>
        <p:nvSpPr>
          <p:cNvPr id="11" name="Slide Number Placeholder 10">
            <a:extLst>
              <a:ext uri="{FF2B5EF4-FFF2-40B4-BE49-F238E27FC236}">
                <a16:creationId xmlns:a16="http://schemas.microsoft.com/office/drawing/2014/main" id="{99DAF519-CF81-4BD5-87E6-9F781F1E0D4D}"/>
              </a:ext>
            </a:extLst>
          </p:cNvPr>
          <p:cNvSpPr>
            <a:spLocks noGrp="1"/>
          </p:cNvSpPr>
          <p:nvPr>
            <p:ph type="sldNum" sz="quarter" idx="12"/>
          </p:nvPr>
        </p:nvSpPr>
        <p:spPr/>
        <p:txBody>
          <a:bodyPr/>
          <a:lstStyle/>
          <a:p>
            <a:fld id="{E4371DF9-27D1-4286-99A9-B07A2966053B}" type="slidenum">
              <a:rPr lang="en-IN" smtClean="0"/>
              <a:t>1</a:t>
            </a:fld>
            <a:endParaRPr lang="en-IN"/>
          </a:p>
        </p:txBody>
      </p:sp>
    </p:spTree>
    <p:extLst>
      <p:ext uri="{BB962C8B-B14F-4D97-AF65-F5344CB8AC3E}">
        <p14:creationId xmlns:p14="http://schemas.microsoft.com/office/powerpoint/2010/main" val="133024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69997F-B52F-2815-3535-D7C857E32A34}"/>
              </a:ext>
            </a:extLst>
          </p:cNvPr>
          <p:cNvSpPr txBox="1"/>
          <p:nvPr/>
        </p:nvSpPr>
        <p:spPr>
          <a:xfrm>
            <a:off x="593863" y="699916"/>
            <a:ext cx="2169215"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CONTENTS</a:t>
            </a:r>
            <a:endParaRPr lang="en-IN" sz="2400" dirty="0"/>
          </a:p>
        </p:txBody>
      </p:sp>
      <p:sp>
        <p:nvSpPr>
          <p:cNvPr id="4" name="Content Placeholder 5">
            <a:extLst>
              <a:ext uri="{FF2B5EF4-FFF2-40B4-BE49-F238E27FC236}">
                <a16:creationId xmlns:a16="http://schemas.microsoft.com/office/drawing/2014/main" id="{4A63A69F-DAEA-E44A-0685-0122D30D87D2}"/>
              </a:ext>
            </a:extLst>
          </p:cNvPr>
          <p:cNvSpPr txBox="1">
            <a:spLocks/>
          </p:cNvSpPr>
          <p:nvPr/>
        </p:nvSpPr>
        <p:spPr>
          <a:xfrm>
            <a:off x="838200" y="1511860"/>
            <a:ext cx="7480852" cy="46672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latin typeface="Times New Roman" panose="02020603050405020304" pitchFamily="18" charset="0"/>
                <a:cs typeface="Times New Roman" panose="02020603050405020304" pitchFamily="18" charset="0"/>
              </a:rPr>
              <a:t>Introduction </a:t>
            </a:r>
          </a:p>
          <a:p>
            <a:pPr>
              <a:lnSpc>
                <a:spcPct val="100000"/>
              </a:lnSpc>
            </a:pPr>
            <a:r>
              <a:rPr lang="en-US" dirty="0">
                <a:latin typeface="Times New Roman" panose="02020603050405020304" pitchFamily="18" charset="0"/>
                <a:cs typeface="Times New Roman" panose="02020603050405020304" pitchFamily="18" charset="0"/>
              </a:rPr>
              <a:t>Literature Review </a:t>
            </a:r>
          </a:p>
          <a:p>
            <a:pPr>
              <a:lnSpc>
                <a:spcPct val="100000"/>
              </a:lnSpc>
            </a:pPr>
            <a:r>
              <a:rPr lang="en-US" dirty="0">
                <a:latin typeface="Times New Roman" panose="02020603050405020304" pitchFamily="18" charset="0"/>
                <a:cs typeface="Times New Roman" panose="02020603050405020304" pitchFamily="18" charset="0"/>
              </a:rPr>
              <a:t>Problem Statement </a:t>
            </a:r>
          </a:p>
          <a:p>
            <a:pPr>
              <a:lnSpc>
                <a:spcPct val="100000"/>
              </a:lnSpc>
            </a:pPr>
            <a:r>
              <a:rPr lang="en-US" dirty="0">
                <a:latin typeface="Times New Roman" panose="02020603050405020304" pitchFamily="18" charset="0"/>
                <a:cs typeface="Times New Roman" panose="02020603050405020304" pitchFamily="18" charset="0"/>
              </a:rPr>
              <a:t>Objectives</a:t>
            </a:r>
          </a:p>
          <a:p>
            <a:pPr>
              <a:lnSpc>
                <a:spcPct val="100000"/>
              </a:lnSpc>
            </a:pPr>
            <a:r>
              <a:rPr lang="en-US" dirty="0">
                <a:latin typeface="Times New Roman" panose="02020603050405020304" pitchFamily="18" charset="0"/>
                <a:cs typeface="Times New Roman" panose="02020603050405020304" pitchFamily="18" charset="0"/>
              </a:rPr>
              <a:t>Block Diagram </a:t>
            </a:r>
          </a:p>
          <a:p>
            <a:pPr>
              <a:lnSpc>
                <a:spcPct val="100000"/>
              </a:lnSpc>
            </a:pPr>
            <a:r>
              <a:rPr lang="en-US" dirty="0">
                <a:latin typeface="Times New Roman" panose="02020603050405020304" pitchFamily="18" charset="0"/>
                <a:cs typeface="Times New Roman" panose="02020603050405020304" pitchFamily="18" charset="0"/>
              </a:rPr>
              <a:t>Components &amp; Specifications </a:t>
            </a:r>
          </a:p>
          <a:p>
            <a:pPr>
              <a:lnSpc>
                <a:spcPct val="100000"/>
              </a:lnSpc>
            </a:pPr>
            <a:r>
              <a:rPr lang="en-US" dirty="0">
                <a:latin typeface="Times New Roman" panose="02020603050405020304" pitchFamily="18" charset="0"/>
                <a:cs typeface="Times New Roman" panose="02020603050405020304" pitchFamily="18" charset="0"/>
              </a:rPr>
              <a:t>Gantt Chart</a:t>
            </a:r>
          </a:p>
          <a:p>
            <a:pPr>
              <a:lnSpc>
                <a:spcPct val="100000"/>
              </a:lnSpc>
            </a:pPr>
            <a:r>
              <a:rPr lang="en-US" dirty="0">
                <a:latin typeface="Times New Roman" panose="02020603050405020304" pitchFamily="18" charset="0"/>
                <a:cs typeface="Times New Roman" panose="02020603050405020304" pitchFamily="18" charset="0"/>
              </a:rPr>
              <a:t>References </a:t>
            </a:r>
          </a:p>
          <a:p>
            <a:pPr>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C265305A-A826-43B6-B3F2-D5562F07159D}"/>
              </a:ext>
            </a:extLst>
          </p:cNvPr>
          <p:cNvSpPr>
            <a:spLocks noGrp="1"/>
          </p:cNvSpPr>
          <p:nvPr>
            <p:ph type="dt" sz="half" idx="10"/>
          </p:nvPr>
        </p:nvSpPr>
        <p:spPr/>
        <p:txBody>
          <a:bodyPr/>
          <a:lstStyle/>
          <a:p>
            <a:fld id="{C9BF0260-FF3F-4E07-95C2-3A5BBB0AB350}" type="datetime1">
              <a:rPr lang="en-IN" smtClean="0"/>
              <a:t>07-02-2026</a:t>
            </a:fld>
            <a:endParaRPr lang="en-IN"/>
          </a:p>
        </p:txBody>
      </p:sp>
      <p:sp>
        <p:nvSpPr>
          <p:cNvPr id="5" name="Slide Number Placeholder 4">
            <a:extLst>
              <a:ext uri="{FF2B5EF4-FFF2-40B4-BE49-F238E27FC236}">
                <a16:creationId xmlns:a16="http://schemas.microsoft.com/office/drawing/2014/main" id="{DCB5626B-8466-4B70-9515-39C85E5D753B}"/>
              </a:ext>
            </a:extLst>
          </p:cNvPr>
          <p:cNvSpPr>
            <a:spLocks noGrp="1"/>
          </p:cNvSpPr>
          <p:nvPr>
            <p:ph type="sldNum" sz="quarter" idx="12"/>
          </p:nvPr>
        </p:nvSpPr>
        <p:spPr/>
        <p:txBody>
          <a:bodyPr/>
          <a:lstStyle/>
          <a:p>
            <a:fld id="{E4371DF9-27D1-4286-99A9-B07A2966053B}" type="slidenum">
              <a:rPr lang="en-IN" smtClean="0"/>
              <a:t>2</a:t>
            </a:fld>
            <a:endParaRPr lang="en-IN"/>
          </a:p>
        </p:txBody>
      </p:sp>
    </p:spTree>
    <p:extLst>
      <p:ext uri="{BB962C8B-B14F-4D97-AF65-F5344CB8AC3E}">
        <p14:creationId xmlns:p14="http://schemas.microsoft.com/office/powerpoint/2010/main" val="2294308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8B251-63DF-5D2A-E3C5-D846E687028C}"/>
              </a:ext>
            </a:extLst>
          </p:cNvPr>
          <p:cNvSpPr>
            <a:spLocks noGrp="1"/>
          </p:cNvSpPr>
          <p:nvPr>
            <p:ph type="title"/>
          </p:nvPr>
        </p:nvSpPr>
        <p:spPr>
          <a:xfrm>
            <a:off x="838200" y="288236"/>
            <a:ext cx="10515600" cy="1083366"/>
          </a:xfrm>
        </p:spPr>
        <p:txBody>
          <a:bodyPr>
            <a:normAutofit fontScale="90000"/>
          </a:bodyPr>
          <a:lstStyle/>
          <a:p>
            <a:r>
              <a:rPr lang="en-US" sz="4000" b="1" dirty="0">
                <a:solidFill>
                  <a:srgbClr val="002060"/>
                </a:solidFill>
                <a:latin typeface="Times New Roman" panose="02020603050405020304" pitchFamily="18" charset="0"/>
                <a:cs typeface="Times New Roman" panose="02020603050405020304" pitchFamily="18" charset="0"/>
              </a:rPr>
              <a:t>Introduction:</a:t>
            </a:r>
            <a:br>
              <a:rPr lang="en-US" sz="4400" dirty="0">
                <a:solidFill>
                  <a:srgbClr val="002060"/>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019FD66-5A85-8337-9513-8B3A3EF03598}"/>
              </a:ext>
            </a:extLst>
          </p:cNvPr>
          <p:cNvSpPr>
            <a:spLocks noGrp="1"/>
          </p:cNvSpPr>
          <p:nvPr>
            <p:ph idx="1"/>
          </p:nvPr>
        </p:nvSpPr>
        <p:spPr>
          <a:xfrm>
            <a:off x="838200" y="1149764"/>
            <a:ext cx="10515600" cy="4972740"/>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Intensive Care Unit or ICU is where the patients who are critically ill are admitted for treatment. For such critical conditions the Doctors need to have an all-time update patient’s health related parameters like their blood pressure, heart pulse and temperature. For this type of situations this IoT based system can bring about an automation that can keep the Doctors updated all time over internet.</a:t>
            </a:r>
          </a:p>
          <a:p>
            <a:pPr marL="0" indent="0" algn="just">
              <a:buNone/>
            </a:pPr>
            <a:r>
              <a:rPr lang="en-US" sz="2400" dirty="0">
                <a:latin typeface="Times New Roman" panose="02020603050405020304" pitchFamily="18" charset="0"/>
                <a:cs typeface="Times New Roman" panose="02020603050405020304" pitchFamily="18" charset="0"/>
              </a:rPr>
              <a:t>    IoT Based ICU Patient Monitoring System which collects patient’s information with the help of few sensors. There is a Blood pressure and heart beat monitor module electrically connected to the system. On the press of button, the sensor senses the blood pressure in systolic and diastolic along with the heart beat and sends it to the central controller. The Temperature sensor senses the temperature of its ambience, so when this sensor is in close proximity of the user it reports the users’ body temperature. In this way IoT Based ICU Patient Monitoring System is an enhanced system that helps in monitoring ICU Patients without any manual intervention.</a:t>
            </a:r>
          </a:p>
        </p:txBody>
      </p:sp>
      <p:sp>
        <p:nvSpPr>
          <p:cNvPr id="4" name="Date Placeholder 3">
            <a:extLst>
              <a:ext uri="{FF2B5EF4-FFF2-40B4-BE49-F238E27FC236}">
                <a16:creationId xmlns:a16="http://schemas.microsoft.com/office/drawing/2014/main" id="{FF6D29A1-4200-409A-BFD1-73D47407E03F}"/>
              </a:ext>
            </a:extLst>
          </p:cNvPr>
          <p:cNvSpPr>
            <a:spLocks noGrp="1"/>
          </p:cNvSpPr>
          <p:nvPr>
            <p:ph type="dt" sz="half" idx="10"/>
          </p:nvPr>
        </p:nvSpPr>
        <p:spPr/>
        <p:txBody>
          <a:bodyPr/>
          <a:lstStyle/>
          <a:p>
            <a:fld id="{2E271D8C-E9AB-4A41-9550-10E5A271E3DC}" type="datetime1">
              <a:rPr lang="en-IN" smtClean="0"/>
              <a:t>07-02-2026</a:t>
            </a:fld>
            <a:endParaRPr lang="en-IN"/>
          </a:p>
        </p:txBody>
      </p:sp>
      <p:sp>
        <p:nvSpPr>
          <p:cNvPr id="5" name="Slide Number Placeholder 4">
            <a:extLst>
              <a:ext uri="{FF2B5EF4-FFF2-40B4-BE49-F238E27FC236}">
                <a16:creationId xmlns:a16="http://schemas.microsoft.com/office/drawing/2014/main" id="{28AA1F55-AE86-4A49-845E-C3ACBE300B72}"/>
              </a:ext>
            </a:extLst>
          </p:cNvPr>
          <p:cNvSpPr>
            <a:spLocks noGrp="1"/>
          </p:cNvSpPr>
          <p:nvPr>
            <p:ph type="sldNum" sz="quarter" idx="12"/>
          </p:nvPr>
        </p:nvSpPr>
        <p:spPr/>
        <p:txBody>
          <a:bodyPr/>
          <a:lstStyle/>
          <a:p>
            <a:fld id="{E4371DF9-27D1-4286-99A9-B07A2966053B}" type="slidenum">
              <a:rPr lang="en-IN" smtClean="0"/>
              <a:t>3</a:t>
            </a:fld>
            <a:endParaRPr lang="en-IN"/>
          </a:p>
        </p:txBody>
      </p:sp>
    </p:spTree>
    <p:extLst>
      <p:ext uri="{BB962C8B-B14F-4D97-AF65-F5344CB8AC3E}">
        <p14:creationId xmlns:p14="http://schemas.microsoft.com/office/powerpoint/2010/main" val="859448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160E6-9BEA-2740-9042-8E321BFEA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8B63E-8A41-9D6D-197D-9F722CB2D714}"/>
              </a:ext>
            </a:extLst>
          </p:cNvPr>
          <p:cNvSpPr>
            <a:spLocks noGrp="1"/>
          </p:cNvSpPr>
          <p:nvPr>
            <p:ph type="title"/>
          </p:nvPr>
        </p:nvSpPr>
        <p:spPr>
          <a:xfrm>
            <a:off x="838200" y="288236"/>
            <a:ext cx="10515600" cy="1083366"/>
          </a:xfrm>
        </p:spPr>
        <p:txBody>
          <a:bodyPr>
            <a:normAutofit fontScale="90000"/>
          </a:bodyPr>
          <a:lstStyle/>
          <a:p>
            <a:r>
              <a:rPr lang="en-US" sz="4000" b="1" dirty="0">
                <a:solidFill>
                  <a:srgbClr val="002060"/>
                </a:solidFill>
                <a:latin typeface="Times New Roman" panose="02020603050405020304" pitchFamily="18" charset="0"/>
                <a:cs typeface="Times New Roman" panose="02020603050405020304" pitchFamily="18" charset="0"/>
              </a:rPr>
              <a:t>Problem Statement:</a:t>
            </a:r>
            <a:br>
              <a:rPr lang="en-US" sz="4400" dirty="0">
                <a:solidFill>
                  <a:srgbClr val="002060"/>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1E37B62-5BCF-2684-BBE2-0069B8A5F3F8}"/>
              </a:ext>
            </a:extLst>
          </p:cNvPr>
          <p:cNvSpPr>
            <a:spLocks noGrp="1"/>
          </p:cNvSpPr>
          <p:nvPr>
            <p:ph idx="1"/>
          </p:nvPr>
        </p:nvSpPr>
        <p:spPr>
          <a:xfrm>
            <a:off x="838200" y="1149764"/>
            <a:ext cx="9727096" cy="4351338"/>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Design and implement an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-based ICU patient monitoring system that allows real-time monitoring of vital signs and conditions of patients in intensive care units.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77EE2BD-4D3C-4A08-8D2D-0F94D11A44B9}"/>
              </a:ext>
            </a:extLst>
          </p:cNvPr>
          <p:cNvSpPr>
            <a:spLocks noGrp="1"/>
          </p:cNvSpPr>
          <p:nvPr>
            <p:ph type="dt" sz="half" idx="10"/>
          </p:nvPr>
        </p:nvSpPr>
        <p:spPr/>
        <p:txBody>
          <a:bodyPr/>
          <a:lstStyle/>
          <a:p>
            <a:fld id="{10F1234E-A7A4-43FA-8A1D-00F5F6A170FC}" type="datetime1">
              <a:rPr lang="en-IN" smtClean="0"/>
              <a:t>07-02-2026</a:t>
            </a:fld>
            <a:endParaRPr lang="en-IN"/>
          </a:p>
        </p:txBody>
      </p:sp>
      <p:sp>
        <p:nvSpPr>
          <p:cNvPr id="5" name="Slide Number Placeholder 4">
            <a:extLst>
              <a:ext uri="{FF2B5EF4-FFF2-40B4-BE49-F238E27FC236}">
                <a16:creationId xmlns:a16="http://schemas.microsoft.com/office/drawing/2014/main" id="{92ED540E-9B91-4B07-8B7F-61553ADEA4CD}"/>
              </a:ext>
            </a:extLst>
          </p:cNvPr>
          <p:cNvSpPr>
            <a:spLocks noGrp="1"/>
          </p:cNvSpPr>
          <p:nvPr>
            <p:ph type="sldNum" sz="quarter" idx="12"/>
          </p:nvPr>
        </p:nvSpPr>
        <p:spPr/>
        <p:txBody>
          <a:bodyPr/>
          <a:lstStyle/>
          <a:p>
            <a:fld id="{E4371DF9-27D1-4286-99A9-B07A2966053B}" type="slidenum">
              <a:rPr lang="en-IN" smtClean="0"/>
              <a:t>4</a:t>
            </a:fld>
            <a:endParaRPr lang="en-IN"/>
          </a:p>
        </p:txBody>
      </p:sp>
    </p:spTree>
    <p:extLst>
      <p:ext uri="{BB962C8B-B14F-4D97-AF65-F5344CB8AC3E}">
        <p14:creationId xmlns:p14="http://schemas.microsoft.com/office/powerpoint/2010/main" val="770274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3DC12-BF3B-45E5-250A-01ED146A7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058C0-9719-C83A-7098-6C2EB0537EB5}"/>
              </a:ext>
            </a:extLst>
          </p:cNvPr>
          <p:cNvSpPr>
            <a:spLocks noGrp="1"/>
          </p:cNvSpPr>
          <p:nvPr>
            <p:ph type="title"/>
          </p:nvPr>
        </p:nvSpPr>
        <p:spPr>
          <a:xfrm>
            <a:off x="838200" y="288236"/>
            <a:ext cx="10515600" cy="1083366"/>
          </a:xfrm>
        </p:spPr>
        <p:txBody>
          <a:bodyPr>
            <a:normAutofit fontScale="90000"/>
          </a:bodyPr>
          <a:lstStyle/>
          <a:p>
            <a:r>
              <a:rPr lang="en-US" sz="4000" b="1" dirty="0">
                <a:solidFill>
                  <a:srgbClr val="002060"/>
                </a:solidFill>
                <a:latin typeface="Times New Roman" panose="02020603050405020304" pitchFamily="18" charset="0"/>
                <a:cs typeface="Times New Roman" panose="02020603050405020304" pitchFamily="18" charset="0"/>
              </a:rPr>
              <a:t>Objectives:</a:t>
            </a:r>
            <a:br>
              <a:rPr lang="en-US" sz="4400" dirty="0">
                <a:solidFill>
                  <a:srgbClr val="002060"/>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6DBE75A8-9F99-2B26-6EA6-844BC313F655}"/>
              </a:ext>
            </a:extLst>
          </p:cNvPr>
          <p:cNvSpPr>
            <a:spLocks noGrp="1"/>
          </p:cNvSpPr>
          <p:nvPr>
            <p:ph idx="1"/>
          </p:nvPr>
        </p:nvSpPr>
        <p:spPr>
          <a:xfrm>
            <a:off x="838200" y="1169643"/>
            <a:ext cx="9587948" cy="5002558"/>
          </a:xfrm>
        </p:spPr>
        <p:txBody>
          <a:bodyPr>
            <a:normAutofit/>
          </a:bodyPr>
          <a:lstStyle/>
          <a:p>
            <a:pPr algn="just"/>
            <a:r>
              <a:rPr lang="en-US" dirty="0">
                <a:latin typeface="Times New Roman" panose="02020603050405020304" pitchFamily="18" charset="0"/>
                <a:cs typeface="Times New Roman" panose="02020603050405020304" pitchFamily="18" charset="0"/>
              </a:rPr>
              <a:t>The goal of monitoring the patient is to detect problems and manage them as early as possible.</a:t>
            </a:r>
          </a:p>
          <a:p>
            <a:pPr algn="just"/>
            <a:r>
              <a:rPr lang="en-US" dirty="0">
                <a:latin typeface="Times New Roman" panose="02020603050405020304" pitchFamily="18" charset="0"/>
                <a:cs typeface="Times New Roman" panose="02020603050405020304" pitchFamily="18" charset="0"/>
              </a:rPr>
              <a:t>To sustain life</a:t>
            </a:r>
          </a:p>
          <a:p>
            <a:pPr algn="just"/>
            <a:r>
              <a:rPr lang="en-US" dirty="0">
                <a:latin typeface="Times New Roman" panose="02020603050405020304" pitchFamily="18" charset="0"/>
                <a:cs typeface="Times New Roman" panose="02020603050405020304" pitchFamily="18" charset="0"/>
              </a:rPr>
              <a:t>To prevent , reverse or minimize damage to vital organs.</a:t>
            </a:r>
          </a:p>
          <a:p>
            <a:pPr algn="just"/>
            <a:r>
              <a:rPr lang="en-US" dirty="0">
                <a:latin typeface="Times New Roman" panose="02020603050405020304" pitchFamily="18" charset="0"/>
                <a:cs typeface="Times New Roman" panose="02020603050405020304" pitchFamily="18" charset="0"/>
              </a:rPr>
              <a:t>Develop a mechanism for real-time transmission of sensor data from the patient to a central monitoring system.</a:t>
            </a:r>
          </a:p>
          <a:p>
            <a:pPr algn="just"/>
            <a:r>
              <a:rPr lang="en-US" dirty="0">
                <a:latin typeface="Times New Roman" panose="02020603050405020304" pitchFamily="18" charset="0"/>
                <a:cs typeface="Times New Roman" panose="02020603050405020304" pitchFamily="18" charset="0"/>
              </a:rPr>
              <a:t>Implement an alarm system to alert healthcare providers in case of abnormal vital signs or critical changes in the patient's condition.</a:t>
            </a:r>
          </a:p>
          <a:p>
            <a:pPr algn="just"/>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736F067-8C52-455D-A2EB-7334F3826D35}"/>
              </a:ext>
            </a:extLst>
          </p:cNvPr>
          <p:cNvSpPr>
            <a:spLocks noGrp="1"/>
          </p:cNvSpPr>
          <p:nvPr>
            <p:ph type="dt" sz="half" idx="10"/>
          </p:nvPr>
        </p:nvSpPr>
        <p:spPr/>
        <p:txBody>
          <a:bodyPr/>
          <a:lstStyle/>
          <a:p>
            <a:fld id="{3C4B63A8-14F6-4E9E-AFF2-A8AED48A61A3}" type="datetime1">
              <a:rPr lang="en-IN" smtClean="0"/>
              <a:t>07-02-2026</a:t>
            </a:fld>
            <a:endParaRPr lang="en-IN"/>
          </a:p>
        </p:txBody>
      </p:sp>
      <p:sp>
        <p:nvSpPr>
          <p:cNvPr id="5" name="Slide Number Placeholder 4">
            <a:extLst>
              <a:ext uri="{FF2B5EF4-FFF2-40B4-BE49-F238E27FC236}">
                <a16:creationId xmlns:a16="http://schemas.microsoft.com/office/drawing/2014/main" id="{4E175BF0-7773-42A1-91BA-32D698D86027}"/>
              </a:ext>
            </a:extLst>
          </p:cNvPr>
          <p:cNvSpPr>
            <a:spLocks noGrp="1"/>
          </p:cNvSpPr>
          <p:nvPr>
            <p:ph type="sldNum" sz="quarter" idx="12"/>
          </p:nvPr>
        </p:nvSpPr>
        <p:spPr/>
        <p:txBody>
          <a:bodyPr/>
          <a:lstStyle/>
          <a:p>
            <a:fld id="{E4371DF9-27D1-4286-99A9-B07A2966053B}" type="slidenum">
              <a:rPr lang="en-IN" smtClean="0"/>
              <a:t>5</a:t>
            </a:fld>
            <a:endParaRPr lang="en-IN"/>
          </a:p>
        </p:txBody>
      </p:sp>
    </p:spTree>
    <p:extLst>
      <p:ext uri="{BB962C8B-B14F-4D97-AF65-F5344CB8AC3E}">
        <p14:creationId xmlns:p14="http://schemas.microsoft.com/office/powerpoint/2010/main" val="2577628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CE36D-56F4-C89E-DECF-5249A099B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FAAC4-1C03-8308-23CE-C3E1544E14D4}"/>
              </a:ext>
            </a:extLst>
          </p:cNvPr>
          <p:cNvSpPr>
            <a:spLocks noGrp="1"/>
          </p:cNvSpPr>
          <p:nvPr>
            <p:ph type="title"/>
          </p:nvPr>
        </p:nvSpPr>
        <p:spPr>
          <a:xfrm>
            <a:off x="838200" y="288236"/>
            <a:ext cx="10515600" cy="1083366"/>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Block diagram:</a:t>
            </a:r>
            <a:endParaRPr lang="en-IN" dirty="0"/>
          </a:p>
        </p:txBody>
      </p:sp>
      <p:sp>
        <p:nvSpPr>
          <p:cNvPr id="4" name="Date Placeholder 3">
            <a:extLst>
              <a:ext uri="{FF2B5EF4-FFF2-40B4-BE49-F238E27FC236}">
                <a16:creationId xmlns:a16="http://schemas.microsoft.com/office/drawing/2014/main" id="{B8B07549-4842-40D3-A2D9-59F391A86C9C}"/>
              </a:ext>
            </a:extLst>
          </p:cNvPr>
          <p:cNvSpPr>
            <a:spLocks noGrp="1"/>
          </p:cNvSpPr>
          <p:nvPr>
            <p:ph type="dt" sz="half" idx="10"/>
          </p:nvPr>
        </p:nvSpPr>
        <p:spPr/>
        <p:txBody>
          <a:bodyPr/>
          <a:lstStyle/>
          <a:p>
            <a:fld id="{17CBEF0A-E9E6-44F0-AA83-2DD1089E494C}" type="datetime1">
              <a:rPr lang="en-IN" smtClean="0"/>
              <a:t>07-02-2026</a:t>
            </a:fld>
            <a:endParaRPr lang="en-IN"/>
          </a:p>
        </p:txBody>
      </p:sp>
      <p:sp>
        <p:nvSpPr>
          <p:cNvPr id="6" name="Slide Number Placeholder 5">
            <a:extLst>
              <a:ext uri="{FF2B5EF4-FFF2-40B4-BE49-F238E27FC236}">
                <a16:creationId xmlns:a16="http://schemas.microsoft.com/office/drawing/2014/main" id="{EA3815F2-7BB2-44FE-B34E-08D2D2E713C1}"/>
              </a:ext>
            </a:extLst>
          </p:cNvPr>
          <p:cNvSpPr>
            <a:spLocks noGrp="1"/>
          </p:cNvSpPr>
          <p:nvPr>
            <p:ph type="sldNum" sz="quarter" idx="12"/>
          </p:nvPr>
        </p:nvSpPr>
        <p:spPr/>
        <p:txBody>
          <a:bodyPr/>
          <a:lstStyle/>
          <a:p>
            <a:fld id="{E4371DF9-27D1-4286-99A9-B07A2966053B}" type="slidenum">
              <a:rPr lang="en-IN" smtClean="0"/>
              <a:t>6</a:t>
            </a:fld>
            <a:endParaRPr lang="en-IN"/>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0" y="1212574"/>
            <a:ext cx="8567529" cy="5143776"/>
          </a:xfrm>
        </p:spPr>
      </p:pic>
    </p:spTree>
    <p:extLst>
      <p:ext uri="{BB962C8B-B14F-4D97-AF65-F5344CB8AC3E}">
        <p14:creationId xmlns:p14="http://schemas.microsoft.com/office/powerpoint/2010/main" val="1544547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72EAC-F2DD-7E1F-E5AD-18E7E1922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3CC9C-F6B2-5F0C-F8A5-3A854AC0599E}"/>
              </a:ext>
            </a:extLst>
          </p:cNvPr>
          <p:cNvSpPr>
            <a:spLocks noGrp="1"/>
          </p:cNvSpPr>
          <p:nvPr>
            <p:ph type="title"/>
          </p:nvPr>
        </p:nvSpPr>
        <p:spPr>
          <a:xfrm>
            <a:off x="838200" y="618852"/>
            <a:ext cx="10515600" cy="1083366"/>
          </a:xfrm>
        </p:spPr>
        <p:txBody>
          <a:bodyPr>
            <a:normAutofit fontScale="90000"/>
          </a:bodyPr>
          <a:lstStyle/>
          <a:p>
            <a:r>
              <a:rPr lang="en-US" sz="4000" b="1" dirty="0">
                <a:solidFill>
                  <a:srgbClr val="002060"/>
                </a:solidFill>
                <a:latin typeface="Times New Roman" panose="02020603050405020304" pitchFamily="18" charset="0"/>
                <a:cs typeface="Times New Roman" panose="02020603050405020304" pitchFamily="18" charset="0"/>
              </a:rPr>
              <a:t>Components &amp; Specifications:</a:t>
            </a:r>
            <a:br>
              <a:rPr lang="en-US" sz="4400" dirty="0">
                <a:solidFill>
                  <a:srgbClr val="002060"/>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F7CDFECB-69B0-C3E8-C0B8-5DE4FA0D45E7}"/>
              </a:ext>
            </a:extLst>
          </p:cNvPr>
          <p:cNvSpPr>
            <a:spLocks noGrp="1"/>
          </p:cNvSpPr>
          <p:nvPr>
            <p:ph idx="1"/>
          </p:nvPr>
        </p:nvSpPr>
        <p:spPr>
          <a:xfrm>
            <a:off x="838200" y="1387823"/>
            <a:ext cx="10515600" cy="4992619"/>
          </a:xfrm>
        </p:spPr>
        <p:txBody>
          <a:bodyPr>
            <a:normAutofit/>
          </a:bodyPr>
          <a:lstStyle/>
          <a:p>
            <a:pPr marL="0" indent="0">
              <a:buNone/>
            </a:pPr>
            <a:r>
              <a:rPr lang="en-US" sz="3000" b="1" dirty="0">
                <a:latin typeface="Times New Roman" panose="02020603050405020304" pitchFamily="18" charset="0"/>
                <a:cs typeface="Times New Roman" panose="02020603050405020304" pitchFamily="18" charset="0"/>
              </a:rPr>
              <a:t>Hardware Specifications :</a:t>
            </a:r>
            <a:endParaRPr lang="en-US" sz="3000" dirty="0">
              <a:latin typeface="Times New Roman" panose="02020603050405020304" pitchFamily="18" charset="0"/>
              <a:cs typeface="Times New Roman" panose="02020603050405020304" pitchFamily="18" charset="0"/>
            </a:endParaRPr>
          </a:p>
          <a:p>
            <a:pPr lvl="0"/>
            <a:r>
              <a:rPr lang="en-US" sz="2600" dirty="0">
                <a:cs typeface="Times New Roman" panose="02020603050405020304" pitchFamily="18" charset="0"/>
              </a:rPr>
              <a:t>Power Supply(9V)</a:t>
            </a:r>
          </a:p>
          <a:p>
            <a:pPr lvl="0"/>
            <a:r>
              <a:rPr lang="en-US" sz="2600" dirty="0">
                <a:cs typeface="Times New Roman" panose="02020603050405020304" pitchFamily="18" charset="0"/>
              </a:rPr>
              <a:t>LCD Display</a:t>
            </a:r>
          </a:p>
          <a:p>
            <a:pPr lvl="0"/>
            <a:r>
              <a:rPr lang="en-US" sz="2600" dirty="0">
                <a:cs typeface="Times New Roman" panose="02020603050405020304" pitchFamily="18" charset="0"/>
              </a:rPr>
              <a:t>Temperature Sensor(LM35)</a:t>
            </a:r>
          </a:p>
          <a:p>
            <a:pPr lvl="0"/>
            <a:r>
              <a:rPr lang="en-US" sz="2600" dirty="0">
                <a:cs typeface="Times New Roman" panose="02020603050405020304" pitchFamily="18" charset="0"/>
              </a:rPr>
              <a:t>Pulse rate Sensor</a:t>
            </a:r>
          </a:p>
          <a:p>
            <a:pPr lvl="0"/>
            <a:r>
              <a:rPr lang="en-US" sz="2600" dirty="0">
                <a:cs typeface="Times New Roman" panose="02020603050405020304" pitchFamily="18" charset="0"/>
              </a:rPr>
              <a:t>WIFI module-ESP8266</a:t>
            </a:r>
          </a:p>
          <a:p>
            <a:pPr lvl="0"/>
            <a:r>
              <a:rPr lang="en-US" sz="2600" dirty="0">
                <a:cs typeface="Times New Roman" panose="02020603050405020304" pitchFamily="18" charset="0"/>
              </a:rPr>
              <a:t>Arduino UNO</a:t>
            </a:r>
          </a:p>
          <a:p>
            <a:pPr lvl="0"/>
            <a:r>
              <a:rPr lang="en-US" sz="2600" dirty="0">
                <a:cs typeface="Times New Roman" panose="02020603050405020304" pitchFamily="18" charset="0"/>
              </a:rPr>
              <a:t>Buzzer</a:t>
            </a:r>
          </a:p>
        </p:txBody>
      </p:sp>
      <p:sp>
        <p:nvSpPr>
          <p:cNvPr id="4" name="Date Placeholder 3">
            <a:extLst>
              <a:ext uri="{FF2B5EF4-FFF2-40B4-BE49-F238E27FC236}">
                <a16:creationId xmlns:a16="http://schemas.microsoft.com/office/drawing/2014/main" id="{055210D4-2645-4E2D-AD43-BA4D1B0C34F8}"/>
              </a:ext>
            </a:extLst>
          </p:cNvPr>
          <p:cNvSpPr>
            <a:spLocks noGrp="1"/>
          </p:cNvSpPr>
          <p:nvPr>
            <p:ph type="dt" sz="half" idx="10"/>
          </p:nvPr>
        </p:nvSpPr>
        <p:spPr/>
        <p:txBody>
          <a:bodyPr/>
          <a:lstStyle/>
          <a:p>
            <a:fld id="{FE5AEF49-8E89-4A71-9D53-2B0943E94516}" type="datetime1">
              <a:rPr lang="en-IN" smtClean="0"/>
              <a:t>07-02-2026</a:t>
            </a:fld>
            <a:endParaRPr lang="en-IN"/>
          </a:p>
        </p:txBody>
      </p:sp>
      <p:sp>
        <p:nvSpPr>
          <p:cNvPr id="5" name="Slide Number Placeholder 4">
            <a:extLst>
              <a:ext uri="{FF2B5EF4-FFF2-40B4-BE49-F238E27FC236}">
                <a16:creationId xmlns:a16="http://schemas.microsoft.com/office/drawing/2014/main" id="{DF957BF4-9B30-4554-8501-8D7D45F3BA4C}"/>
              </a:ext>
            </a:extLst>
          </p:cNvPr>
          <p:cNvSpPr>
            <a:spLocks noGrp="1"/>
          </p:cNvSpPr>
          <p:nvPr>
            <p:ph type="sldNum" sz="quarter" idx="12"/>
          </p:nvPr>
        </p:nvSpPr>
        <p:spPr/>
        <p:txBody>
          <a:bodyPr/>
          <a:lstStyle/>
          <a:p>
            <a:fld id="{E4371DF9-27D1-4286-99A9-B07A2966053B}" type="slidenum">
              <a:rPr lang="en-IN" smtClean="0"/>
              <a:t>7</a:t>
            </a:fld>
            <a:endParaRPr lang="en-IN"/>
          </a:p>
        </p:txBody>
      </p:sp>
    </p:spTree>
    <p:extLst>
      <p:ext uri="{BB962C8B-B14F-4D97-AF65-F5344CB8AC3E}">
        <p14:creationId xmlns:p14="http://schemas.microsoft.com/office/powerpoint/2010/main" val="3085370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281"/>
            <a:ext cx="10515600" cy="1325563"/>
          </a:xfrm>
        </p:spPr>
        <p:txBody>
          <a:bodyPr>
            <a:normAutofit/>
          </a:bodyPr>
          <a:lstStyle/>
          <a:p>
            <a:r>
              <a:rPr lang="en-US" sz="3600" b="1" dirty="0">
                <a:solidFill>
                  <a:srgbClr val="002060"/>
                </a:solidFill>
                <a:latin typeface="Times New Roman" panose="02020603050405020304" pitchFamily="18" charset="0"/>
                <a:cs typeface="Times New Roman" panose="02020603050405020304" pitchFamily="18" charset="0"/>
              </a:rPr>
              <a:t>Hardware testing and implementation stage</a:t>
            </a:r>
            <a:r>
              <a:rPr lang="en-US" sz="3600" b="1"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a:xfrm>
            <a:off x="838200" y="1501844"/>
            <a:ext cx="10515600" cy="4351338"/>
          </a:xfrm>
        </p:spPr>
        <p:txBody>
          <a:bodyPr/>
          <a:lstStyle/>
          <a:p>
            <a:pPr algn="just"/>
            <a:r>
              <a:rPr lang="en-US" dirty="0">
                <a:latin typeface="Times New Roman" panose="02020603050405020304" pitchFamily="18" charset="0"/>
                <a:cs typeface="Times New Roman" panose="02020603050405020304" pitchFamily="18" charset="0"/>
              </a:rPr>
              <a:t>The hardware testing and implementation stage of our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-based ICU patient monitoring system involves rigorous testing of the sensors and other hardware components to ensure seamless integration and accurate data transmission.</a:t>
            </a:r>
          </a:p>
          <a:p>
            <a:pPr algn="just"/>
            <a:r>
              <a:rPr lang="en-US" dirty="0">
                <a:latin typeface="Times New Roman" panose="02020603050405020304" pitchFamily="18" charset="0"/>
                <a:cs typeface="Times New Roman" panose="02020603050405020304" pitchFamily="18" charset="0"/>
              </a:rPr>
              <a:t>We conduct functional testing of the sensors to ensure precise monitoring of vital signs, such as heart rate, blood pressure, and temperature.</a:t>
            </a:r>
          </a:p>
          <a:p>
            <a:pPr algn="just"/>
            <a:r>
              <a:rPr lang="en-US" dirty="0">
                <a:latin typeface="Times New Roman" panose="02020603050405020304" pitchFamily="18" charset="0"/>
                <a:cs typeface="Times New Roman" panose="02020603050405020304" pitchFamily="18" charset="0"/>
              </a:rPr>
              <a:t>Our team ensures proper installation and maintenance of the hardware to guarantee optimal performance and patient safety</a:t>
            </a:r>
            <a:r>
              <a:rPr lang="en-US" dirty="0"/>
              <a:t>.</a:t>
            </a:r>
          </a:p>
        </p:txBody>
      </p:sp>
      <p:sp>
        <p:nvSpPr>
          <p:cNvPr id="4" name="Date Placeholder 3"/>
          <p:cNvSpPr>
            <a:spLocks noGrp="1"/>
          </p:cNvSpPr>
          <p:nvPr>
            <p:ph type="dt" sz="half" idx="10"/>
          </p:nvPr>
        </p:nvSpPr>
        <p:spPr/>
        <p:txBody>
          <a:bodyPr/>
          <a:lstStyle/>
          <a:p>
            <a:fld id="{AA756E84-2239-4073-BFF1-93B2E5A3C486}" type="datetime1">
              <a:rPr lang="en-IN" smtClean="0"/>
              <a:t>07-02-2026</a:t>
            </a:fld>
            <a:endParaRPr lang="en-IN"/>
          </a:p>
        </p:txBody>
      </p:sp>
      <p:sp>
        <p:nvSpPr>
          <p:cNvPr id="5" name="Slide Number Placeholder 4"/>
          <p:cNvSpPr>
            <a:spLocks noGrp="1"/>
          </p:cNvSpPr>
          <p:nvPr>
            <p:ph type="sldNum" sz="quarter" idx="12"/>
          </p:nvPr>
        </p:nvSpPr>
        <p:spPr/>
        <p:txBody>
          <a:bodyPr/>
          <a:lstStyle/>
          <a:p>
            <a:fld id="{E4371DF9-27D1-4286-99A9-B07A2966053B}" type="slidenum">
              <a:rPr lang="en-IN" smtClean="0"/>
              <a:t>8</a:t>
            </a:fld>
            <a:endParaRPr lang="en-IN"/>
          </a:p>
        </p:txBody>
      </p:sp>
    </p:spTree>
    <p:extLst>
      <p:ext uri="{BB962C8B-B14F-4D97-AF65-F5344CB8AC3E}">
        <p14:creationId xmlns:p14="http://schemas.microsoft.com/office/powerpoint/2010/main" val="3926907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739635" y="-705678"/>
            <a:ext cx="10515600" cy="623541"/>
          </a:xfrm>
        </p:spPr>
        <p:txBody>
          <a:bodyPr>
            <a:normAutofit fontScale="90000"/>
          </a:bodyPr>
          <a:lstStyle/>
          <a:p>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59826" y="1597247"/>
            <a:ext cx="4793974" cy="4068057"/>
          </a:xfrm>
          <a:ln>
            <a:solidFill>
              <a:schemeClr val="tx1"/>
            </a:solidFill>
          </a:ln>
        </p:spPr>
      </p:pic>
      <p:sp>
        <p:nvSpPr>
          <p:cNvPr id="4" name="Date Placeholder 3"/>
          <p:cNvSpPr>
            <a:spLocks noGrp="1"/>
          </p:cNvSpPr>
          <p:nvPr>
            <p:ph type="dt" sz="half" idx="10"/>
          </p:nvPr>
        </p:nvSpPr>
        <p:spPr/>
        <p:txBody>
          <a:bodyPr/>
          <a:lstStyle/>
          <a:p>
            <a:fld id="{AA756E84-2239-4073-BFF1-93B2E5A3C486}" type="datetime1">
              <a:rPr lang="en-IN" smtClean="0"/>
              <a:t>07-02-2026</a:t>
            </a:fld>
            <a:endParaRPr lang="en-IN"/>
          </a:p>
        </p:txBody>
      </p:sp>
      <p:sp>
        <p:nvSpPr>
          <p:cNvPr id="5" name="Slide Number Placeholder 4"/>
          <p:cNvSpPr>
            <a:spLocks noGrp="1"/>
          </p:cNvSpPr>
          <p:nvPr>
            <p:ph type="sldNum" sz="quarter" idx="12"/>
          </p:nvPr>
        </p:nvSpPr>
        <p:spPr/>
        <p:txBody>
          <a:bodyPr/>
          <a:lstStyle/>
          <a:p>
            <a:fld id="{E4371DF9-27D1-4286-99A9-B07A2966053B}" type="slidenum">
              <a:rPr lang="en-IN" smtClean="0"/>
              <a:t>9</a:t>
            </a:fld>
            <a:endParaRPr lang="en-IN"/>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113182"/>
            <a:ext cx="4697896" cy="4780721"/>
          </a:xfrm>
          <a:prstGeom prst="rect">
            <a:avLst/>
          </a:prstGeom>
          <a:ln>
            <a:solidFill>
              <a:schemeClr val="tx1"/>
            </a:solidFill>
          </a:ln>
        </p:spPr>
      </p:pic>
    </p:spTree>
    <p:extLst>
      <p:ext uri="{BB962C8B-B14F-4D97-AF65-F5344CB8AC3E}">
        <p14:creationId xmlns:p14="http://schemas.microsoft.com/office/powerpoint/2010/main" val="467780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63D99-8611-F647-204F-DB80C3B4E99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796D1E5-4CCE-9DCC-4519-EF09C4B5E8AB}"/>
              </a:ext>
            </a:extLst>
          </p:cNvPr>
          <p:cNvSpPr/>
          <p:nvPr/>
        </p:nvSpPr>
        <p:spPr>
          <a:xfrm>
            <a:off x="1808922" y="1655370"/>
            <a:ext cx="8219661" cy="2862322"/>
          </a:xfrm>
          <a:prstGeom prst="rect">
            <a:avLst/>
          </a:prstGeom>
          <a:noFill/>
        </p:spPr>
        <p:txBody>
          <a:bodyPr wrap="square" lIns="91440" tIns="45720" rIns="91440" bIns="45720">
            <a:spAutoFit/>
          </a:bodyPr>
          <a:lstStyle/>
          <a:p>
            <a:pPr algn="ctr"/>
            <a:r>
              <a:rPr lang="en-IN" sz="6000" b="1" i="0"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cs typeface="Times New Roman" panose="02020603050405020304" pitchFamily="18" charset="0"/>
              </a:rPr>
              <a:t>Thank You</a:t>
            </a:r>
          </a:p>
          <a:p>
            <a:pPr algn="ctr"/>
            <a:r>
              <a:rPr lang="en-IN"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cs typeface="Times New Roman" panose="02020603050405020304" pitchFamily="18" charset="0"/>
              </a:rPr>
              <a:t>&amp; </a:t>
            </a:r>
          </a:p>
          <a:p>
            <a:pPr algn="ctr"/>
            <a:r>
              <a:rPr lang="en-IN" sz="6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cs typeface="Times New Roman" panose="02020603050405020304" pitchFamily="18" charset="0"/>
              </a:rPr>
              <a:t>Any Queries ? </a:t>
            </a:r>
            <a:endParaRPr lang="en-IN"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cs typeface="Times New Roman" panose="02020603050405020304" pitchFamily="18" charset="0"/>
            </a:endParaRPr>
          </a:p>
        </p:txBody>
      </p:sp>
      <p:sp>
        <p:nvSpPr>
          <p:cNvPr id="2" name="Date Placeholder 1">
            <a:extLst>
              <a:ext uri="{FF2B5EF4-FFF2-40B4-BE49-F238E27FC236}">
                <a16:creationId xmlns:a16="http://schemas.microsoft.com/office/drawing/2014/main" id="{D34D0AC5-FD72-4152-BEDA-80C680D76AF5}"/>
              </a:ext>
            </a:extLst>
          </p:cNvPr>
          <p:cNvSpPr>
            <a:spLocks noGrp="1"/>
          </p:cNvSpPr>
          <p:nvPr>
            <p:ph type="dt" sz="half" idx="10"/>
          </p:nvPr>
        </p:nvSpPr>
        <p:spPr/>
        <p:txBody>
          <a:bodyPr/>
          <a:lstStyle/>
          <a:p>
            <a:fld id="{98DC223A-AC88-424A-9FE5-CD24ED512B21}" type="datetime1">
              <a:rPr lang="en-IN" smtClean="0"/>
              <a:t>07-02-2026</a:t>
            </a:fld>
            <a:endParaRPr lang="en-IN"/>
          </a:p>
        </p:txBody>
      </p:sp>
      <p:sp>
        <p:nvSpPr>
          <p:cNvPr id="3" name="Slide Number Placeholder 2">
            <a:extLst>
              <a:ext uri="{FF2B5EF4-FFF2-40B4-BE49-F238E27FC236}">
                <a16:creationId xmlns:a16="http://schemas.microsoft.com/office/drawing/2014/main" id="{F94B7B25-798C-448B-A4E6-234EA05440E5}"/>
              </a:ext>
            </a:extLst>
          </p:cNvPr>
          <p:cNvSpPr>
            <a:spLocks noGrp="1"/>
          </p:cNvSpPr>
          <p:nvPr>
            <p:ph type="sldNum" sz="quarter" idx="12"/>
          </p:nvPr>
        </p:nvSpPr>
        <p:spPr/>
        <p:txBody>
          <a:bodyPr/>
          <a:lstStyle/>
          <a:p>
            <a:fld id="{E4371DF9-27D1-4286-99A9-B07A2966053B}" type="slidenum">
              <a:rPr lang="en-IN" smtClean="0"/>
              <a:t>10</a:t>
            </a:fld>
            <a:endParaRPr lang="en-IN"/>
          </a:p>
        </p:txBody>
      </p:sp>
    </p:spTree>
    <p:extLst>
      <p:ext uri="{BB962C8B-B14F-4D97-AF65-F5344CB8AC3E}">
        <p14:creationId xmlns:p14="http://schemas.microsoft.com/office/powerpoint/2010/main" val="22413676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461</Words>
  <Application>Microsoft Office PowerPoint</Application>
  <PresentationFormat>Widescreen</PresentationFormat>
  <Paragraphs>65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PowerPoint Presentation</vt:lpstr>
      <vt:lpstr>PowerPoint Presentation</vt:lpstr>
      <vt:lpstr>Introduction: </vt:lpstr>
      <vt:lpstr>Problem Statement: </vt:lpstr>
      <vt:lpstr>Objectives: </vt:lpstr>
      <vt:lpstr>Block diagram:</vt:lpstr>
      <vt:lpstr>Components &amp; Specifications: </vt:lpstr>
      <vt:lpstr>Hardware testing and implementation stage:</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MAHENDRA CHANDU BADE</dc:creator>
  <cp:lastModifiedBy>bhavya bandela</cp:lastModifiedBy>
  <cp:revision>76</cp:revision>
  <dcterms:created xsi:type="dcterms:W3CDTF">2024-02-20T06:05:43Z</dcterms:created>
  <dcterms:modified xsi:type="dcterms:W3CDTF">2026-02-07T06:01:22Z</dcterms:modified>
</cp:coreProperties>
</file>